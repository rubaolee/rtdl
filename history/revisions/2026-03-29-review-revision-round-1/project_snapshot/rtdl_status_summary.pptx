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51560"/>
            <a:ext cx="3749040" cy="384048"/>
          </a:xfrm>
          <a:prstGeom prst="roundRect">
            <a:avLst>
              <a:gd name="adj" fmla="val 9524"/>
            </a:avLst>
          </a:prstGeom>
          <a:solidFill>
            <a:srgbClr val="CFE8E3"/>
          </a:solidFill>
          <a:ln w="12700">
            <a:solidFill>
              <a:srgbClr val="CFE8E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33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Python-Hosted Ray Tracing DSL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capabilities, usage, architecture, and the path to a fully functional backend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78040" y="1143000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42632" y="1280160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Snapshot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42632" y="1600200"/>
            <a:ext cx="37398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lower the difficulty of non-graphics ray tracing programming by ~10x.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narrow path: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kernel -&gt; RT IR -&gt; RayJoin backend plan -&gt; OptiX/CUDA skeleton.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workload today: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segment-vs-segment join with explicit layouts and roles.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1148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44348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/Users/rl2025/rtdl_python_only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397764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41148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10712" y="443484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passing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39776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411480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85232" y="44348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RayJoin-only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39776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41148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42632" y="443484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plan.json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.cpp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1/10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1A948"/>
          </a:solidFill>
          <a:ln w="12700">
            <a:solidFill>
              <a:srgbClr val="E1A9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Can Do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is already useful as a compiler skeleton and backend planner.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kernel in Python with explicit geometry inputs, layouts, roles, traversal, refinement, and emit schema.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94760" y="15544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69164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 IR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9352" y="2011680"/>
            <a:ext cx="2414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the Python kernel into a structured RT IR that captures the workload, not raw OptiX details.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155448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69164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22592" y="2011680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the IR into a RayJoin-shaped plan with build/probe policy, payload registers, launch params, and output record schema.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29800" y="1554480"/>
            <a:ext cx="1600200" cy="19659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4392" y="169164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Codegen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94392" y="201168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OptiX/CUDA skeleton files for inspection and future backend work.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107899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narrow workload: exact segment-vs-segment join on the RayJoin backend path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artifacts: plan.json, device_kernels.cu, host_launcher.cpp, README.md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device code now includes optixTrace(...), payload mapping, and a concrete 2D segment intersection routine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in place: regression tests plus manual inspection of generated backend artifacts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2/10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96C4A"/>
          </a:solidFill>
          <a:ln w="12700">
            <a:solidFill>
              <a:srgbClr val="D96C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Cannot Do Yet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system is a strong backend prototype, not a finished runtime.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64008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yet build or run a real OptiX pipeline end to end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generated code is structurally correct for the narrow path, but still a skeleton around runtime integration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segment intersection uses float math; it is not exact in the robust computational-geometry sense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DSL does not yet support richer predicates, custom kernels, scheduling controls, or alternate backends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direct data integration yet with NumPy, Arrow, GPU memory allocators, or a real RayJoin codebase bridge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17373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36992" y="187452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Boundary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6992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Compiler/backend milestone reached.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replacement milestone not reached.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0" y="338328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6992" y="352044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Highest Risk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6992" y="384048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robustness and exactness policy are still open research/engineering work.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50292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51663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6992" y="548640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architecture now.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system next.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3/10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workflow for the Python-only version.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Define a Python kernel with explicit layout and build/probe roles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Compile it with rt.compile_kernel(...)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Lower it with rt.lower_to_rayjoin(...)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Generate backend artifacts with rt.generate_optix_project(...)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Inspect plan.json and the emitted OptiX/CUDA skeleton files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1600200"/>
            <a:ext cx="5669280" cy="3611880"/>
          </a:xfrm>
          <a:prstGeom prst="roundRect">
            <a:avLst>
              <a:gd name="adj" fmla="val 1266"/>
            </a:avLst>
          </a:prstGeom>
          <a:solidFill>
            <a:srgbClr val="F6F8FB"/>
          </a:solidFill>
          <a:ln w="12700">
            <a:solidFill>
              <a:srgbClr val="2F4F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709928"/>
            <a:ext cx="539496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rtdsl as 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@rt.kernel(backend="rayjoin", precision="exact")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county_zip_join():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segment_layout = rt.layout(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"Segment2D",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rt.field("x0", rt.f32), rt.field("y0", rt.f32),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rt.field("x1", rt.f32), rt.field("y1", rt.f32),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rt.field("id", rt.u32),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rt.input("left", rt.Segments, layout=segment_layout, role="probe")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rt.input("right", rt.Segments, layout=segment_layout, role="build")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rt.traverse(left, right, accel="bvh")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hits = rt.refine(candidates, predicate=rt.segment_intersection(exact=True))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rt.emit(hits, fields=[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"left_id", "right_id",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"intersection_point_x", "intersection_point_y"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" y="5577840"/>
            <a:ext cx="33832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71500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6035040"/>
            <a:ext cx="305409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`make run-rtdsl-py`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5577840"/>
            <a:ext cx="28346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571500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6035040"/>
            <a:ext cx="250545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`make test`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0" y="5577840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571500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62672" y="6035040"/>
            <a:ext cx="3465576" cy="-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`generated/county_zip_join/`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4/10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1A948"/>
          </a:solidFill>
          <a:ln w="12700">
            <a:solidFill>
              <a:srgbClr val="E1A9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now organized as a staged compiler pipeline.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317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DSL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517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authoring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· layouts · roles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traverse · refine · emit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21945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CFE8E3"/>
          </a:solidFill>
          <a:ln w="12700">
            <a:solidFill>
              <a:srgbClr val="CFE8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23317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 IR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27832" y="265176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CompiledKernel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GeometryInput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RefineOp · EmitOp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94960" y="21945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23317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RayJoin 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59552" y="26517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build/probe policy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registers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record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21945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233172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Codegen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28432" y="265176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plan.json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.cu skeleton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launcher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0" y="219456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CFE8E3"/>
          </a:solidFill>
          <a:ln w="12700">
            <a:solidFill>
              <a:srgbClr val="CFE8E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22992" y="233172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Runtime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22992" y="265176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OptiX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16352" y="2542032"/>
            <a:ext cx="128016" cy="384048"/>
          </a:xfrm>
          <a:prstGeom prst="chevron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8072" y="2542032"/>
            <a:ext cx="128016" cy="384048"/>
          </a:xfrm>
          <a:prstGeom prst="chevron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6952" y="2542032"/>
            <a:ext cx="128016" cy="384048"/>
          </a:xfrm>
          <a:prstGeom prst="chevron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2952" y="2542032"/>
            <a:ext cx="128016" cy="384048"/>
          </a:xfrm>
          <a:prstGeom prst="chevron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23360"/>
            <a:ext cx="102412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language is Python; semantic core is the IR, not the surface syntax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choices begin at lowering, not in the frontend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artifacts are meant to be inspectable and testable compiler outputs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5/10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Backend Contract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RayJoin lowering decides before code generation.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9164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policy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side: right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side: left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Layouts: Segment2D / Segment2D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BVH policy: build over right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03320" y="155448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69164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Payload registers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67912" y="2011680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probe_index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build_primitive_index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hit_t_bits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hit_kind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169164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params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85432" y="201168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traversable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buffers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buffer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counter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probe_count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81160" y="155448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5752" y="16916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schema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45752" y="201168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IntersectionRecord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left_id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right_id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intersection_point_x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intersection_point_y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10698480" cy="1920240"/>
          </a:xfrm>
          <a:prstGeom prst="roundRect">
            <a:avLst>
              <a:gd name="adj" fmla="val 2381"/>
            </a:avLst>
          </a:prstGeom>
          <a:solidFill>
            <a:srgbClr val="F6F8FB"/>
          </a:solidFill>
          <a:ln w="12700">
            <a:solidFill>
              <a:srgbClr val="2F4F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493008"/>
            <a:ext cx="10424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"build_input": "right",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"probe_input": "left",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"payload_registers": ["probe_index", "build_primitive_index", "hit_t_bits", "hit_kind"],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"launch_params": ["traversable", "right_segments", "left_segments", "output_records", "output_count", "probe_count"]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6/10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1A948"/>
          </a:solidFill>
          <a:ln w="12700">
            <a:solidFill>
              <a:srgbClr val="E1A9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Backend Artifacts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generator now emits artifacts that are specific enough to guide real runtime work.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099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plan.json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029968"/>
            <a:ext cx="2505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Compiler/backend contract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layouts, roles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mapping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params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schema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94760" y="1572768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7099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device_kernels.cu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9352" y="2029968"/>
            <a:ext cx="3328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OptixTrace call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intersection helper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 program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closest-hit refinement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record writes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1572768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170992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host_launcher.cpp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91272" y="2029968"/>
            <a:ext cx="3236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Host-side contract summary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parameter expectations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TODO path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10332720" cy="173736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12700">
            <a:solidFill>
              <a:srgbClr val="2F4F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58768"/>
            <a:ext cx="100584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__forceinline__ __device__ bool rtdl_intersect_segments(...)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optixTrace(params.traversable, origin, direction,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(!rtdl_intersect_segments(probe, build, &amp;hit_t, &amp;ix, &amp;iy))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rtdl_pack_payload(probe_index, primitive_index, hit_t, 1u);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3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optixReportIntersection(hit_t, 0u);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7/10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96C4A"/>
          </a:solidFill>
          <a:ln w="12700">
            <a:solidFill>
              <a:srgbClr val="D96C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Status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been checked so far, and what still needs runtime proof.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checks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30540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Python tests passing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path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richness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codegen structure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layout rejection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916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checks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011680"/>
            <a:ext cx="29626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.cu and plan.json inspected after regeneration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contract verified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struct bug fixed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55448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6916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Remaining proof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65592" y="2011680"/>
            <a:ext cx="29626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end-to-end OptiX build yet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 BVH launch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side-by-side comparison with handwritten RayJoin path yet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102412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compiler/backend milestone is materially stronger now than the initial skeleton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highest unresolved technical risk is not architecture anymore; it is runtime integration and numerical robustness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8/10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7F8C"/>
          </a:solidFill>
          <a:ln w="12700">
            <a:solidFill>
              <a:srgbClr val="1B7F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Needed For A Fully Functional DSL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work is now concrete and staged.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64008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OptiX runtime integration: module creation, program groups, SBT assembly, launch plumbing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precision policy: conservative predicates, exact refinement, and well-defined failure bounds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data integration: NumPy/Arrow/GPU buffer ownership and layout binding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Richer language model: more predicates, geometry kinds, scheduling hints, and reusable kernels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expansion: keep RayJoin first, then generalize the IR to more non-graphics RT workloads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18288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196596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blocker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45552" y="228600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integration with a real OptiX build path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31546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5552" y="329184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blocker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45552" y="361188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Exactness and robustness strategy for non-graphics workloads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44805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4EBD8"/>
          </a:solidFill>
          <a:ln w="12700">
            <a:solidFill>
              <a:srgbClr val="F4EB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461772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blocker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45552" y="493776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cleaner, broader kernel model than a single hard-coded join path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9/10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1A948"/>
          </a:solidFill>
          <a:ln w="12700">
            <a:solidFill>
              <a:srgbClr val="E1A9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sequence to move from strong prototype to usable system.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the generated skeleton to a real OptiX build and execute one end-to-end segment join case.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1188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73736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76472" y="205740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generated output and behavior against a narrow handwritten RayJoin implementation.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73736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1112" y="2057400"/>
            <a:ext cx="2276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float-only exactness claims with a precise robustness policy and implementation.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81160" y="160020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5752" y="173736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45752" y="2057400"/>
            <a:ext cx="18196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Broaden the DSL and IR beyond one join path.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102412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near-term success criterion: generated code launches and matches a known segment-join baseline on one dataset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medium-term success criterion: the IR remains stable as more predicates and data layouts are added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long-term success criterion: the user writes kernels in Python while the compiler owns the RT backend complexity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75520" y="6556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8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status · slide 10/10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RTDL Status Summary</dc:title>
  <dc:subject>RTDL status summary</dc:subject>
  <dc:creator>OpenAI Codex</dc:creator>
  <cp:lastModifiedBy>OpenAI Codex</cp:lastModifiedBy>
  <cp:revision>1</cp:revision>
  <dcterms:created xsi:type="dcterms:W3CDTF">2026-03-28T10:02:38Z</dcterms:created>
  <dcterms:modified xsi:type="dcterms:W3CDTF">2026-03-28T10:02:38Z</dcterms:modified>
</cp:coreProperties>
</file>