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April 1,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Whole-project goal: a DSL for non-graphical, re-purposed RT-based applications across multiple backends and ecosystems.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v0.1 slice: RayJoin-style workloads on the local Embree path first, with future NVIDIA bring-up when hardware is available.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Rounds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Runtime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multi-backend project vision, with RayJoin as the current v0.1 vertical slice.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Compiler-only planning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CPU simulator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Embree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OptiX/CUDA skeleton artifacts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still a planning and code-generation backend, not a finished runtime.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skeleton codegen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Native Mac runtime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4.4.0 on this Mac via src/native/rtdl_embree.cpp.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API: rt.run_embree(...)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non-GPU validation.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 plus authored synthetic examples, Section 5.6 generators, and Embree demos.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Python simulator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run-rtdsl-sim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CPU reference runtime.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run-rtdsl-embree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local Embree backend on this Mac.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6-15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simulator, Embree backend, evaluation/reporting, trust audit, paper-analogue work, and native C++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rounds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 external reports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281 archived project snapshots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real local native runtime on this Mac.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original target backend and future RT-core execution path.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lowering + skeleton codegen only.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plausible future option: Metal ray tracing.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started.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de-risks runtime semantics before the NVIDIA GPU environment is connected.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remains the research-critical backend for matching the original RayJoin direction.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support CPU, Mac GPU, and NVIDIA RT hardware under one language.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IR, lower to backend plans, execute on CPU, and execute on Embree.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separate audited native C++ + Embree comparison slice now cross-checks deterministic lsi and pip fixtures.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OptiX runtime integration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evaluation against RayJoin.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support yet for the full range of general-purpose RT workloads beyond the current small surface.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Mac-local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Bring up real OptiX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cloud NVIDIA environment and make generated backend artifacts execute end to end.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benchmark against RayJoin,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Goal 19 closure, including the first-class raw Embree runtime path, the native-vs-RTDL performance comparison, and the refreshed history dashboard.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make run-rtdsl-sim, and make run-rtdsl-embree, then author new kernels against the current contracts.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OptiX runtime integration, generated backend validation, and progress toward replacing narrow slices of handwritten RayJoin code.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CPU + Embree runtimes plus native C++ comparison slices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Embree 4.4.0 runtime on this Mac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- 80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- 21 archived review/revision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First-class raw + prepared raw runtime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sharpened the conclusion: the DSL is viable, but only the low-overhead runtime modes are close to native.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dict path: about 101.6x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dict path: about 225.3x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result: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raw/prepared-raw: about 0.98x / 0.89x of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raw/prepared-raw: about 0.87x / 0.83x of native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DSL. Treat dict-return execution as a convenience mode, and treat raw / prepared-raw execution as the serious performance path.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2026-04-02T01:04:16Z</dcterms:created>
  <dcterms:modified xsi:type="dcterms:W3CDTF">2026-04-02T01:04:16Z</dcterms:modified>
</cp:coreProperties>
</file>