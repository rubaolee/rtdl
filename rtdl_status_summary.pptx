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March 31,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the difficulty of non-graphics ray tracing programming by about 10x.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focus: RayJoin-style workloads. Users stay in Python; RTDL handles geometry contracts, traversal, refinement, launch planning, and backend wiring.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project exists and why RayJoin is the right first target.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examples, Section 5.6 generators, and Embree demos.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6-15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simulator, Embree backend, evaluation/reporting, trust audit, paper-analogue work, and native C++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281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audited native C++ + Embree comparison slice now cross-checks deterministic lsi and pip fixtures.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Goal 19 closure, including the first-class raw Embree runtime path, the native-vs-RTDL performance comparison, and the refreshed history dashboard.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CPU + Embree runtimes plus native C++ comparison slices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- 80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- 21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2026-04-01T10:19:43Z</dcterms:created>
  <dcterms:modified xsi:type="dcterms:W3CDTF">2026-04-01T10:19:43Z</dcterms:modified>
</cp:coreProperties>
</file>