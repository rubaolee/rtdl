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932688"/>
            <a:ext cx="2971800" cy="365760"/>
          </a:xfrm>
          <a:prstGeom prst="roundRect">
            <a:avLst>
              <a:gd name="adj" fmla="val 100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1498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D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STATUS DECK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1444752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RTDL: A Python-Hosted Ray Tracing DSL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8580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status as of March 29,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987552"/>
            <a:ext cx="4297680" cy="2331720"/>
          </a:xfrm>
          <a:prstGeom prst="roundRect">
            <a:avLst>
              <a:gd name="adj" fmla="val 1961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78624" y="1097280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78624" y="1371600"/>
            <a:ext cx="400507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the difficulty of non-graphics ray tracing programming by about 10x.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focus: RayJoin-style workloads. Users stay in Python; RTDL handles geometry contracts, traversal, refinement, launch planning, and backend wiring.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5544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67328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41248" y="397764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68880" y="3657600"/>
            <a:ext cx="17373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3767328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78608" y="3977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Rounds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9884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9224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0196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Runtime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0196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41080" y="3657600"/>
            <a:ext cx="25603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3767328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Modes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50808" y="3977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1/12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Vision and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project exists and why RayJoin is the right first target.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 Tracing Is Hard Today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developers must understand GPU launch structure, acceleration structures, payload packing, intersection programs, and numerical behavior at the same time.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non-graphics workloads, the programming tax is usually far higher than the conceptual query itself.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52628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RayJoin First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7258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proves RT cores can accelerate spatial joins, but its programming model still leaks OptiX and CUDA details. That makes it a strong first target for a DSL: the performance idea is good, but the interface is too costly.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366760" y="1417320"/>
            <a:ext cx="3154680" cy="45262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152704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Thesis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13064" y="1801368"/>
            <a:ext cx="286207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geometry, traversal intent, predicates, and outputs in a language users can author directly.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real compiler boundary in an IR so the same program can target reference execution, native local backends, and future GPU backends.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2/12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Scope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RTDL can express and run today.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Python-hosted DSL with @rt.kernel, rt.input, rt.traverse, rt.refine, and rt.emit.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for human and LLM authoring.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ray_tri_hitcount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3317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03911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Compiler-only planning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CPU simulator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Embree runtime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235440" y="1417320"/>
            <a:ext cx="219456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81744" y="15270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Codegen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81744" y="1801368"/>
            <a:ext cx="19019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lowering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plan.json schema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OptiX/CUDA skeleton artifacts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9848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precision mode is float_approx. Exact or robust geometry remains future work.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Mac backend is real: current RTDL programs can return results through Embree.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OptiX path is still a planning and code-generation backend, not a finished runtime.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docs, cookbook, and authored examples are in the repo and validated by tests.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3/12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Example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2D ray-vs-triangle hit-count workload in RTDL.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577840" cy="4480560"/>
          </a:xfrm>
          <a:prstGeom prst="roundRect">
            <a:avLst>
              <a:gd name="adj" fmla="val 81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27048"/>
            <a:ext cx="530352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rtdsl as rt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@rt.kernel(backend="rayjoin", precision="float_approx")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ray_triangle_hits():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rays = rt.input("rays", rt.Rays, role="probe")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triangles = rt.input("triangles", rt.Triangles, role="build")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rt.traverse(rays, triangles, accel="bvh")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hits = rt.refine(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candidates,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predicate=rt.ray_triangle_hit_count(exact=False),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rt.emit(hits, fields=["ray_id", "hit_count"])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6537960" y="1417320"/>
            <a:ext cx="4892040" cy="2011680"/>
          </a:xfrm>
          <a:prstGeom prst="roundRect">
            <a:avLst>
              <a:gd name="adj" fmla="val 2273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84264" y="152704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Intent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84264" y="1801368"/>
            <a:ext cx="45994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describes query semantics, not backend programs. It says what the workload is: rays probe triangles, the predicate is hit counting, and the output is one record per ray.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537960" y="3657600"/>
            <a:ext cx="48920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376732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Authoring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84264" y="4041648"/>
            <a:ext cx="45994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 docs: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docs/rtdl/dsl_reference.md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docs/rtdl/programming_guide.md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docs/rtdl/workload_cookbook.md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docs/rtdl/llm_authoring_guide.md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language_reference.py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codex_authored.py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gemini_authored.py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4/12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language surface, multiple execution and backend-planning paths.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DSL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@rt.kernel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rt.input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rt.traverse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rt.refine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rt.emit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6974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CompiledKernel IR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8386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backend-independent workload meaning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39496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920240"/>
            <a:ext cx="20116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202996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Lowering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81344" y="2304288"/>
            <a:ext cx="1719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backend plan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payloads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params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81838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3960" y="1920240"/>
            <a:ext cx="26974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20299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70264" y="2304288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skeleton codegen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modules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lowering.py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codegen.py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embree_runtime.py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43484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114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contract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 can be compiled, lowered, and then either executed locally or used to generate backend artifacts. That keeps language semantics and backend strategy separate.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8138160" y="3749040"/>
            <a:ext cx="3291840" cy="1600200"/>
          </a:xfrm>
          <a:prstGeom prst="roundRect">
            <a:avLst>
              <a:gd name="adj" fmla="val 2857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84464" y="3858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Native Mac runtime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84464" y="4133088"/>
            <a:ext cx="29992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4.4.0 on this Mac via src/native/rtdl_embree.cpp.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API: rt.run_embree(...)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5/12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 and Data Pipeline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now covers six workload families and includes RayJoin-aligned fixture support.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 vs segment intersection.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intersection_point_x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in polygon.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 overlay preparation / seed generation.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requires_pip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28803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ray_tri_hitcount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2D rays against triangles.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hit_count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3474720" cy="1188720"/>
          </a:xfrm>
          <a:prstGeom prst="roundRect">
            <a:avLst>
              <a:gd name="adj" fmla="val 3846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63600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10 extensions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4910328"/>
            <a:ext cx="3182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execute through audited native_loop local cases.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43484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114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114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 parses RayJoin-style CDB chains and derives segment, polygon, and point-probe views for non-GPU validation.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04672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9302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data sources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9302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tests/fixtures/rayjoin/ plus authored synthetic examples, Section 5.6 generators, and Embree demos.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6/12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You Can Run It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useful ways to work with the current RTDL repository.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Compiler / codegen demo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run-rtdsl-py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Compiles kernels, prints lowering plans, and emits generated backend files under generated/.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6168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Python simulator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0799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run-rtdsl-sim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current workload surface through the CPU reference runtime.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97356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Native Embree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1987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run-rtdsl-embree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same workloads through the local Embree backend on this Mac.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68096" y="3063240"/>
            <a:ext cx="54406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" y="3172968"/>
            <a:ext cx="5166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Embree Version: (4, 4, 0)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LSI: ({'left_id': 1, 'right_id': 10,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PIP: ({'point_id': 100, 'polygon_id': 200, 'contains': 1}, ...)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OVERLAY: ({'left_polygon_id': 300,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RAY HITCOUNT: ({'ray_id': 0, 'hit_count': 0}, ...)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473952" y="3063240"/>
            <a:ext cx="49834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172968"/>
            <a:ext cx="47091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Gemini-authored Embree example: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PYTHONPATH=src:. python3 examples/rtdl_gemini_embree_program.py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({'point_id': 0, 'polygon_id': 10, 'contains': 1},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{'point_id': 1, 'polygon_id': 10, 'contains': 0})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7/12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and Revision History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been advanced through explicit multi-round Codex + Gemini review loops.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0972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0680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system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06801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history/history.db stores structured metadata. revision_dashboard.html is the manager-facing view. revision_dashboard.md is the GitHub-readable companion.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Round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7782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verification and correction.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precision claims corrected from exact to float_approx.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74320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950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950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codegen and validation.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stable plan schema, goldens, stronger negative tests.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0118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Multi-workload coverage and dataset pipeline.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lsi, pip, overlay, RayJoin-style fixtures.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76656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3-5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1286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re-review gate, formal language docs, and ray-triangle hit counts.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877824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2454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6-15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2454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simulator, Embree backend, evaluation/reporting, trust audit, paper-analogue work, and native C++ comparison.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10789920" y="2331720"/>
            <a:ext cx="914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36224" y="244144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36224" y="2715768"/>
            <a:ext cx="6217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rounds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 external reports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251 archived project snapshots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8/12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Choices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and planned execution targets for the same RTDL language.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CPU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semantic oracle and portable execution.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rt.run_cpu(...).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real local native runtime on this Mac.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rt.run_embree(...).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221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OptiX / RayJoin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221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original target backend and future RT-core execution path.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lowering + skeleton codegen only.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418320" y="1417320"/>
            <a:ext cx="201168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4624" y="152704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Mac GPU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64624" y="1801368"/>
            <a:ext cx="171907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plausible future option: Metal ray tracing.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started.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070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designed so backend specifics live under the IR and lowering boundary, not in user kernels.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de-risks runtime semantics before the NVIDIA GPU environment is connected.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remains the research-critical backend for matching the original RayJoin direction.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broader future architecture can support CPU, Mac GPU, and NVIDIA RT hardware under one language.</a:t>
            </a:r>
            <a:endParaRPr lang="en-US" sz="134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9/12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 vs. What Is Not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current system’s claims honest.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Proven now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a real language surface for six workloads.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kernels can compile to IR, lower to backend plans, execute on CPU, and execute on Embree.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separate audited native C++ + Embree comparison slice now cross-checks deterministic lsi and pip fixtures.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 history is reproducible and archived.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F7E6DF"/>
          </a:solidFill>
          <a:ln w="12700">
            <a:solidFill>
              <a:srgbClr val="F7E6D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done 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exact / robust geometry implementation.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real OptiX runtime integration yet.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performance evaluation against RayJoin.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support yet for the full range of general-purpose RT workloads beyond the current small surface.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10/12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Roadmap to a Fully Functional DSL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steps after the current Mac-local milestone.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Stabilize current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improving docs, examples, negative validation, and authored-program testing.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Widen workload support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more geometry/query forms beyond the current RayJoin-aligned six-workload surface.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Bring up real OptiX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the cloud NVIDIA environment and make generated backend artifacts execute end to end.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3611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Precision and performance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robust arithmetic strategy, benchmark against RayJoin, and refine backend specialization.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744200" cy="566928"/>
          </a:xfrm>
          <a:prstGeom prst="roundRect">
            <a:avLst>
              <a:gd name="adj" fmla="val 8065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5413248"/>
            <a:ext cx="10451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research transition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5687568"/>
            <a:ext cx="10451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moved from a language sketch to an executable system. The next phase is backend maturity, not basic feasibility.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11/12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Status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ready for the next development phase.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657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7276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Repository status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47088"/>
            <a:ext cx="3364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and local repo are in sync through Goal 15, including the native C++ + Embree comparison slice and refreshed history dashboard.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workspace: /Users/rl2025/rtdl_python_only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1772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402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 new contributor can 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6402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docs/rtdl/*, run make test, make run-rtdsl-sim, and make run-rtdsl-embree, then author new kernels against the current contracts.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GPU machine unlocks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8446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OptiX runtime integration, generated backend validation, and progress toward replacing narrow slices of handwritten RayJoin code.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49808" y="3794760"/>
            <a:ext cx="10698480" cy="1600200"/>
          </a:xfrm>
          <a:prstGeom prst="roundRect">
            <a:avLst>
              <a:gd name="adj" fmla="val 228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904488"/>
            <a:ext cx="104241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repo snapshot: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Six supported workloads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CPU + Embree runtimes plus native C++ comparison slice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Embree 4.4.0 runtime on this Mac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- 57 passing tests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- 16 archived review/revision rounds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Language docs for human + LLM authoring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12/12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RTDL Project Status Summary</dc:title>
  <dc:subject>RTDL project status summary</dc:subject>
  <dc:creator>OpenAI Codex</dc:creator>
  <cp:lastModifiedBy>OpenAI Codex</cp:lastModifiedBy>
  <cp:revision>1</cp:revision>
  <dcterms:created xsi:type="dcterms:W3CDTF">2026-03-31T17:08:08Z</dcterms:created>
  <dcterms:modified xsi:type="dcterms:W3CDTF">2026-03-31T17:08:08Z</dcterms:modified>
</cp:coreProperties>
</file>