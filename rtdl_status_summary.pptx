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March 29,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the difficulty of non-graphics ray tracing programming by about 10x.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focus: RayJoin-style workloads. Users stay in Python; RTDL handles geometry contracts, traversal, refinement, launch planning, and backend wiring.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project exists and why RayJoin is the right first target.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four workload shapes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257800"/>
            <a:ext cx="5120640" cy="640080"/>
          </a:xfrm>
          <a:prstGeom prst="roundRect">
            <a:avLst>
              <a:gd name="adj" fmla="val 7143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367528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41848"/>
            <a:ext cx="4828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080760" y="5257800"/>
            <a:ext cx="5349240" cy="640080"/>
          </a:xfrm>
          <a:prstGeom prst="roundRect">
            <a:avLst>
              <a:gd name="adj" fmla="val 714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5367528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27064" y="5641848"/>
            <a:ext cx="5056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 for ray queries and Embree demos.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 + Gemini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 and Embree backend.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RTDL programs now return real results locally.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156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four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Authored examples from humans, Codex, and Gemini can be validated through the same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four workloads.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should include the updated deck plus the Gemini-authored Embree example.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Four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Three execution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- 32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- 8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2026-03-29T14:23:55Z</dcterms:created>
  <dcterms:modified xsi:type="dcterms:W3CDTF">2026-03-29T14:23:55Z</dcterms:modified>
</cp:coreProperties>
</file>