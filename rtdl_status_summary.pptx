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March 31,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 the difficulty of non-graphics ray tracing programming by about 10x.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focus: RayJoin-style workloads. Users stay in Python; RTDL handles geometry contracts, traversal, refinement, launch planning, and backend wiring.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Rounds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8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Runtime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 Modes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project exists and why RayJoin is the right first target.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Compiler-only planning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CPU simulator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Embree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OptiX/CUDA skeleton artifacts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still a planning and code-generation backend, not a finished runtime.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skeleton codegen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Native Mac runtime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4.4.0 on this Mac via src/native/rtdl_embree.cpp.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API: rt.run_embree(...)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non-GPU validation.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 plus authored synthetic examples, Section 5.6 generators, and Embree demos.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Python simulator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run-rtdsl-sim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CPU reference runtime.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run-rtdsl-embree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local Embree backend on this Mac.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6-15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simulator, Embree backend, evaluation/reporting, trust audit, paper-analogue work, and native C++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rounds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56 external reports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281 archived project snapshots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real local native runtime on this Mac.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original target backend and future RT-core execution path.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lowering + skeleton codegen only.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plausible future option: Metal ray tracing.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started.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de-risks runtime semantics before the NVIDIA GPU environment is connected.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remains the research-critical backend for matching the original RayJoin direction.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support CPU, Mac GPU, and NVIDIA RT hardware under one language.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IR, lower to backend plans, execute on CPU, and execute on Embree.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separate audited native C++ + Embree comparison slice now cross-checks deterministic lsi and pip fixtures.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real OptiX runtime integration yet.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performance evaluation against RayJoin.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support yet for the full range of general-purpose RT workloads beyond the current small surface.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Mac-local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Bring up real OptiX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the cloud NVIDIA environment and make generated backend artifacts execute end to end.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benchmark against RayJoin,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Goal 17 first-slice closure, including the low-overhead Embree runtime path and refreshed history dashboard.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make run-rtdsl-sim, and make run-rtdsl-embree, then author new kernels against the current contracts.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OptiX runtime integration, generated backend validation, and progress toward replacing narrow slices of handwritten RayJoin code.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CPU + Embree runtimes plus native C++ comparison slice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Embree 4.4.0 runtime on this Mac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- 74 passing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- 16 archived review/revision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Python-like DSL is preserved, but the current runtime path is still too heavy compared with a thin native wrapper.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Goal 15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lsi: about 7.6x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pip: about 37x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current comparison uses the same Embree-native core, so the gap mainly comes from RTDL host/runtime overhead rather than a different traversal engine.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DSL, but move execution toward compiled plans plus flat native-ready buffers.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2026-04-01T02:27:41Z</dcterms:created>
  <dcterms:modified xsi:type="dcterms:W3CDTF">2026-04-01T02:27:41Z</dcterms:modified>
</cp:coreProperties>
</file>